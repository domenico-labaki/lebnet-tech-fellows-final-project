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a8c751fd974d12" /><Relationship Type="http://schemas.openxmlformats.org/officeDocument/2006/relationships/extended-properties" Target="/docProps/app.xml" Id="Reff4d20e43f94a14" /><Relationship Type="http://schemas.openxmlformats.org/officeDocument/2006/relationships/officeDocument" Target="/ppt/presentation.xml" Id="Rf0982e9de2e34d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68832b6af04550"/>
  </p:sldMasterIdLst>
  <p:notesMasterIdLst>
    <p:notesMasterId xmlns:r="http://schemas.openxmlformats.org/officeDocument/2006/relationships" r:id="R1e21cb58db79437c"/>
  </p:notesMasterIdLst>
  <p:sldIdLst>
    <p:sldId xmlns:r="http://schemas.openxmlformats.org/officeDocument/2006/relationships" id="256" r:id="Rc3091e507c4f465d"/>
    <p:sldId xmlns:r="http://schemas.openxmlformats.org/officeDocument/2006/relationships" id="257" r:id="R70b1e2494d8f4301"/>
    <p:sldId xmlns:r="http://schemas.openxmlformats.org/officeDocument/2006/relationships" id="258" r:id="R09e98799c5b2431b"/>
    <p:sldId xmlns:r="http://schemas.openxmlformats.org/officeDocument/2006/relationships" id="259" r:id="Rca6c8297dcf64b1d"/>
    <p:sldId xmlns:r="http://schemas.openxmlformats.org/officeDocument/2006/relationships" id="260" r:id="Rb8c7ee5cd8a14433"/>
    <p:sldId xmlns:r="http://schemas.openxmlformats.org/officeDocument/2006/relationships" id="261" r:id="R283e833f537e44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57438dd0d04fe0" /><Relationship Type="http://schemas.openxmlformats.org/officeDocument/2006/relationships/slideMaster" Target="/ppt/slideMasters/slideMaster1.xml" Id="Rf168832b6af04550" /><Relationship Type="http://schemas.openxmlformats.org/officeDocument/2006/relationships/notesMaster" Target="/ppt/notesMasters/notesMaster1.xml" Id="R1e21cb58db79437c" /><Relationship Type="http://schemas.openxmlformats.org/officeDocument/2006/relationships/presProps" Target="/ppt/presProps.xml" Id="R1e419f680b574821" /><Relationship Type="http://schemas.openxmlformats.org/officeDocument/2006/relationships/tableStyles" Target="/ppt/tableStyles.xml" Id="R400e46b3410e4677" /><Relationship Type="http://schemas.openxmlformats.org/officeDocument/2006/relationships/slide" Target="/ppt/slides/slide1.xml" Id="Rc3091e507c4f465d" /><Relationship Type="http://schemas.openxmlformats.org/officeDocument/2006/relationships/slide" Target="/ppt/slides/slide2.xml" Id="R70b1e2494d8f4301" /><Relationship Type="http://schemas.openxmlformats.org/officeDocument/2006/relationships/slide" Target="/ppt/slides/slide3.xml" Id="R09e98799c5b2431b" /><Relationship Type="http://schemas.openxmlformats.org/officeDocument/2006/relationships/slide" Target="/ppt/slides/slide4.xml" Id="Rca6c8297dcf64b1d" /><Relationship Type="http://schemas.openxmlformats.org/officeDocument/2006/relationships/slide" Target="/ppt/slides/slide5.xml" Id="Rb8c7ee5cd8a14433" /><Relationship Type="http://schemas.openxmlformats.org/officeDocument/2006/relationships/slide" Target="/ppt/slides/slide6.xml" Id="R283e833f537e44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b84bfd9be543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be51503dfe421a" /><Relationship Type="http://schemas.openxmlformats.org/officeDocument/2006/relationships/notesMaster" Target="/ppt/notesMasters/notesMaster1.xml" Id="R99a04fb494c241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00c3c765684c24" /><Relationship Type="http://schemas.openxmlformats.org/officeDocument/2006/relationships/notesMaster" Target="/ppt/notesMasters/notesMaster1.xml" Id="R8b0dbe2b536d44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124b4920a94f0a" /><Relationship Type="http://schemas.openxmlformats.org/officeDocument/2006/relationships/notesMaster" Target="/ppt/notesMasters/notesMaster1.xml" Id="R32d50fd073824d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8dd78b4cdf4013" /><Relationship Type="http://schemas.openxmlformats.org/officeDocument/2006/relationships/notesMaster" Target="/ppt/notesMasters/notesMaster1.xml" Id="Rab0c8a243f904a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98384bcb114abb" /><Relationship Type="http://schemas.openxmlformats.org/officeDocument/2006/relationships/notesMaster" Target="/ppt/notesMasters/notesMaster1.xml" Id="R54fcb4e277e949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5da1df58444500" /><Relationship Type="http://schemas.openxmlformats.org/officeDocument/2006/relationships/notesMaster" Target="/ppt/notesMasters/notesMaster1.xml" Id="R43856b0e62d0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slide. Introduce the benchmark problem and research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https://arxiv.org/html/2509.26553v2</a:t>
            </a:r>
          </a:p>
          <a:p xmlns:a="http://schemas.openxmlformats.org/drawingml/2006/main">
            <a:r>
              <a:t>- Local: configs/final.yaml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nodes are single-output functions and edges represent typed dependencies. The benchmark hides the graph, so the model must infer a valid sequence while preserving intermediate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https://arxiv.org/html/2509.26553v2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paper's controllable axes: dependency depth and irrelevant functions. Emphasize connected distractors because their type-compatible edges create convincing wrong routes.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https://arxiv.org/html/2509.26553v2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the partial paper-style reproduction from the final controlled extension. Explain that all state strategies receive the same compatible interface and frozen tasks, preserving the paired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https://arxiv.org/html/2509.26553v2</a:t>
            </a:r>
          </a:p>
          <a:p xmlns:a="http://schemas.openxmlformats.org/drawingml/2006/main">
            <a:r>
              <a:t>- Local: configs/final.yaml</a:t>
            </a:r>
          </a:p>
          <a:p xmlns:a="http://schemas.openxmlformats.org/drawingml/2006/main">
            <a:r>
              <a:t>- Local: docs/METHODOLOGY.md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condition-level success chart first, then the compact-state comparison. Stress that static pruning did not compress beyond JSON. Live pruning did compress, but lost two connected trials, so the conclusion is a trade-off rather than a win.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results/final/processed/strategy_summary.csv</a:t>
            </a:r>
          </a:p>
          <a:p xmlns:a="http://schemas.openxmlformats.org/drawingml/2006/main">
            <a:r>
              <a:t>- Local: results/final/processed/strategy_by_config.csv</a:t>
            </a:r>
          </a:p>
          <a:p xmlns:a="http://schemas.openxmlformats.org/drawingml/2006/main">
            <a:r>
              <a:t>- Local: results/final/figures/reliability_by_configuration.png</a:t>
            </a:r>
          </a:p>
          <a:p xmlns:a="http://schemas.openxmlformats.org/drawingml/2006/main">
            <a:r>
              <a:t>- Local: results/final/figures/live_pruning_comparison.png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qualified contribution and point to the final repository, report, and video deliverables. Do not claim that more reasoning tokens would necessarily repair the live-pruning failures.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report/StateBench_Report.docx</a:t>
            </a:r>
          </a:p>
          <a:p xmlns:a="http://schemas.openxmlformats.org/drawingml/2006/main">
            <a:r>
              <a:t>- Local: docs/RESULTS.md</a:t>
            </a:r>
          </a:p>
          <a:p xmlns:a="http://schemas.openxmlformats.org/drawingml/2006/main">
            <a:r>
              <a:t>- Local: 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9b7126e77b43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bc32b9ff054708" /><Relationship Type="http://schemas.openxmlformats.org/officeDocument/2006/relationships/slideLayout" Target="/ppt/slideLayouts/slideLayout1.xml" Id="Rc93f1eeb56b747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3f1eeb56b747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2910e578a4a1e" /><Relationship Type="http://schemas.openxmlformats.org/officeDocument/2006/relationships/notesSlide" Target="/ppt/notesSlides/notesSlide1.xml" Id="Rcc9ba028de474d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15667dd914b47" /><Relationship Type="http://schemas.openxmlformats.org/officeDocument/2006/relationships/notesSlide" Target="/ppt/notesSlides/notesSlide2.xml" Id="R35898f1d65f64b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0816309344697" /><Relationship Type="http://schemas.openxmlformats.org/officeDocument/2006/relationships/notesSlide" Target="/ppt/notesSlides/notesSlide3.xml" Id="Rcd652616047344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99868b7ee4f06" /><Relationship Type="http://schemas.openxmlformats.org/officeDocument/2006/relationships/notesSlide" Target="/ppt/notesSlides/notesSlide4.xml" Id="R1f255fb483fe4a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b0c9777a642d7" /><Relationship Type="http://schemas.openxmlformats.org/officeDocument/2006/relationships/image" Target="/ppt/media/image.png" Id="R69934a85bdca492a" /><Relationship Type="http://schemas.openxmlformats.org/officeDocument/2006/relationships/notesSlide" Target="/ppt/notesSlides/notesSlide5.xml" Id="Rd8204a127a564f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b04520b5f4462" /><Relationship Type="http://schemas.openxmlformats.org/officeDocument/2006/relationships/notesSlide" Target="/ppt/notesSlides/notesSlide6.xml" Id="R5e8e794f74004b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F5EF89-9EC2-4427-B0D5-5F778C79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STATEBENCH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14227-E818-4B52-B9C5-4DFA2DDC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619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state for</a:t>
            </a:r>
          </a:p>
          <a:p xmlns:a="http://schemas.openxmlformats.org/drawingml/2006/main">
            <a:pPr algn="l"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reliable multi-step</a:t>
            </a:r>
          </a:p>
          <a:p xmlns:a="http://schemas.openxmlformats.org/drawingml/2006/main">
            <a:pPr algn="l"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0C736-B615-4A3E-AFBA-810B50AA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Representative FuncBenchGen reproduction + controlled Qwen3.6-27B extension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F3D71-9D71-4A1A-A166-41605C84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76800"/>
            <a:ext cx="5334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83153"/>
          </a:solidFill>
          <a:ln xmlns:a="http://schemas.openxmlformats.org/drawingml/2006/main" w="9525">
            <a:solidFill>
              <a:srgbClr val="18315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2073-C457-46A7-A853-5B5705EC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F0D14-66F7-465E-985C-2C448C2C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0542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71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Does state representation change exact success and context cost?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7074A-0661-41FC-AF5F-489CDFEA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53300" y="1104900"/>
            <a:ext cx="114300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DB128-1046-48A6-85E4-5CA6A647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53300" y="1771650"/>
            <a:ext cx="1143000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D4580-4E03-4EAE-B5A2-F3CBF75A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77300" y="1104900"/>
            <a:ext cx="1285875" cy="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EEDA1-A75C-4697-8E72-3FE15D4C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877300" y="2038350"/>
            <a:ext cx="1285875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AD8E2-DB92-40D5-A4BC-FEA1BB0F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39050" y="3267075"/>
            <a:ext cx="1200150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2D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C9DBD-52A9-463C-850E-D95AD4C3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4478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E5457-2395-4C9C-86C0-27EEDFD1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621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457B34-F82C-43C5-A9F4-EB3A27EE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762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484A2-583D-4C92-8D60-4054B581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8763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CFCBB-678A-42E9-9F38-E96E58BA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98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0D97B0-2507-4CA5-B67C-7FE8E432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6BD708-7547-4917-AF19-85E170FD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0497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C6B23-DB98-4257-A341-370A6526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819275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D8B942-9D1F-412F-A68C-A003FBFD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CE5739-6E0B-404E-9F6F-9514B879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76675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6B3DDC-A9AD-4416-979E-B07CD050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38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hidden dependency graph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526673-8279-4316-9C0A-E30A8EDB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1970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75 paired executions • 15 frozen graphs • 5 state strategies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5C4B18-4B94-405F-950B-6572F13E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LebNet Tech Fellows 2026</a:t>
            </a:r>
          </a:p>
        </p:txBody>
      </p:sp>
    </p:spTree>
    <p:extLst>
      <p:ext uri="{BB962C8B-B14F-4D97-AF65-F5344CB8AC3E}">
        <p14:creationId xmlns:p14="http://schemas.microsoft.com/office/powerpoint/2010/main" val="4869593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387965-C696-4C2E-9690-FD1886FA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PAPER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9B37A-B59D-4DB2-94E1-D493C223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model must traverse a graph it cannot see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F9100-283C-4A5B-9A89-CEC743C8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12001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101C5-DB1F-46AC-ABA4-DCC4A003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4ED47-1C9B-4100-888A-15FCB386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2857500" cy="43434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ACAB3-607A-43A5-A38F-721EE93C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What the model sees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A095F-2733-48F2-9250-5FD0F23D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B9D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9CE91C-099F-4862-956B-BEDD2D20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479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Initial values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4353B-EA7A-4AA5-9E7F-343186D1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typed inputs already 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8EE493-418A-4F94-8361-D4B6EF97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B9D7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562768-35F8-457B-9C3B-B04F9112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194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Tool schemas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DD7CA-C748-42A6-82CF-842D51B7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766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randomized function list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7DA24-7426-4F66-8D6B-F8D99378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DCF2A-FC4C-4DE2-8F24-E2CD306F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910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BB2BE-B3B0-40BA-922E-2E4E9827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one value to produce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0E49F-E482-4A6B-93FA-D2EB1352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9090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0D1E1B-8043-4F25-90CD-602FA48C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04950"/>
            <a:ext cx="7315200" cy="43434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0F5FF"/>
          </a:solidFill>
          <a:ln xmlns:a="http://schemas.openxmlformats.org/drawingml/2006/main" w="9525">
            <a:solidFill>
              <a:srgbClr val="B9D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465145-79BC-4F3F-9D6B-B60AEDCD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52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What the evaluator hides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75E55-128E-433B-9947-0D05A7B6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143500" y="2743200"/>
            <a:ext cx="142875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BC6D6-1A99-4825-9F1C-C6B51220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43500" y="3695700"/>
            <a:ext cx="142875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C43637-DD4F-451E-ACB2-0C2096A2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10400" y="2743200"/>
            <a:ext cx="15240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D1910B-8029-414C-A5BE-246D51EB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010400" y="3695700"/>
            <a:ext cx="15240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59812C-885A-448E-928B-EBFF0788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438226-2312-4F6A-92EA-9DDF6311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48050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7FE1BE-A812-452F-870C-D24E96C7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562760-68DB-4994-823D-28323DAF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54290B-0FA4-4DC2-BAB7-0448F2E4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263A46-4005-4FE4-AC1D-8B8DD890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4005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00681-25CE-4920-A5C8-596D8C2E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421B5D-BEC6-41C3-997D-E0E3E86E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480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2AE5AB-96A9-47F7-AC04-C4BA98B2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6291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9DD0C-6D50-45B3-95AA-0334BF26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434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6F424E-A460-4515-80C8-E4E6C4DA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edges + valid dependency 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CD5703-E2DE-40CA-BFF5-0719936A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Success requires the exact target value—not merely plausible tool calls.</a:t>
            </a:r>
          </a:p>
        </p:txBody>
      </p:sp>
    </p:spTree>
    <p:extLst>
      <p:ext uri="{BB962C8B-B14F-4D97-AF65-F5344CB8AC3E}">
        <p14:creationId xmlns:p14="http://schemas.microsoft.com/office/powerpoint/2010/main" val="9368686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45BF7F-8816-4DEF-B30A-B589BAD0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PAPER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1D7BF-E95D-4189-A835-3871BAD8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Difficulty is controlled, not guessed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3CD50-9FE1-42F5-8A6C-351E0A0B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12001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31CFD-DA50-4260-A36F-850E6725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6831E-4221-450F-A7E0-71DE22B5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43050"/>
            <a:ext cx="3333750" cy="44386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C3699-48FB-4C1F-9A55-3752E5D4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Easy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302E44-BEA7-46C6-89E7-9935FA1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depth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CCC77-24B1-4501-B74C-88EB5F29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24000" y="360997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F9D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B7C9F-0C4E-448F-9171-BC7FC364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C186F-0F8B-45C9-B522-B9B4AE6A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67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1298F0-BE08-4AB5-923F-5B74D699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52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07B21-341B-46A8-BCA4-BEE5489D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88AE9-5B69-4316-8DE4-7B4EC7DB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short dependency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AD907-DE2C-4A99-A5EC-685CA329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43050"/>
            <a:ext cx="3333750" cy="44386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C65B8C-B082-4CC2-AC77-3BFA407C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Deep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924E0-1D61-4D3B-87F3-2AF9EF8B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depth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AD0EB-727B-4714-B8B5-5B550884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895850" y="2971800"/>
            <a:ext cx="49530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53B4DF-DCD1-4FA1-A715-D6654F01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4050" y="2971800"/>
            <a:ext cx="49530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471A95-EECB-437B-AC1F-5BDDC81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572250" y="3333750"/>
            <a:ext cx="49530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1F8E04-030D-45E6-887D-4D999C00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24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BD737D-C5F2-4A87-A10E-FEB2F93B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38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D9D29D-4056-4989-982A-E8DE4A1C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5121B6-A441-4C94-993F-D2738862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95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939FC5-98AB-4D0F-9382-1E5E466D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10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C30D8D-0B21-42E4-85E1-E1C4B97E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243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AE05FA-4515-469C-9D09-698EB824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43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43649-5A7B-40DF-A2B3-9D76A413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26A75C-FF4F-4286-B7D5-75CC31C0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48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more state must survive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0F73C6-F5DA-467E-AFC8-DB79EC0C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43050"/>
            <a:ext cx="3333750" cy="44386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3A8CC-C8EA-4F3E-85EC-ABA14E25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Connected distractors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D3CA1D-C5B6-4732-B6BB-4682A8A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2D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2D20"/>
                </a:solidFill>
                <a:latin typeface="Aptos"/>
                <a:ea typeface="Aptos"/>
                <a:cs typeface="Aptos"/>
              </a:rPr>
              <a:t>+10 type-compatible tools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2CE918-4AD0-49A4-B27A-AD2EC63D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629650" y="2971800"/>
            <a:ext cx="49530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F463CE-BF13-4253-9A65-04F57181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467850" y="2971800"/>
            <a:ext cx="49530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4F10F0-FE72-4735-BCBD-E1B725C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306050" y="3333750"/>
            <a:ext cx="49530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622768-B377-40F1-BD5A-8FEA2750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305925" y="3038475"/>
            <a:ext cx="8001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2D2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483B0F-2175-4480-877E-8B3E6172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44125" y="2657475"/>
            <a:ext cx="800100" cy="1409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2D2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A3222A-7FAC-4305-9BF6-C3C5B705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24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68A8E0-37D9-4A61-A222-7722B126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38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722DC-7C51-4318-9E20-67EC6955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81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B8B068-09EE-4202-B498-73F87B88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956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6A40BA-913A-4E14-B5C4-5005CD39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10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0E9690-24CA-4C7D-B7EB-1E9798DC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243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6011E9-2EED-4CF0-9C98-341F0574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143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2CE830-C6D2-4704-88C7-230F15A1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57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C520C2-9A70-4B8F-AE92-84917124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19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4E64A2-507A-4774-9456-FAC78FD4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33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70B783-8A94-41CC-AA65-7A4A1F02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9CAD0A-499A-4A3B-A38C-2D8FD74A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5527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18C9A4B-04FE-409E-8064-3201DE2D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48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irrelevant routes look valid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628611-389C-42C1-B96A-249A5E66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0077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Connected irrelevant nodes are hard because they share valid types with the solution graph.</a:t>
            </a:r>
          </a:p>
        </p:txBody>
      </p:sp>
    </p:spTree>
    <p:extLst>
      <p:ext uri="{BB962C8B-B14F-4D97-AF65-F5344CB8AC3E}">
        <p14:creationId xmlns:p14="http://schemas.microsoft.com/office/powerpoint/2010/main" val="806633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278B91-024A-4E60-953E-331B8ADA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5285A-2B33-4CE7-82EC-0FE26FB4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faithful core plus a model-compatible extension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E88E7-D251-4978-ACFA-0918A30B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12001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C6E5-F01A-4E51-BF1A-B25B2414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1315F-D8E1-4BA8-93A7-19450088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3840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998FD-5A1A-48BA-B3D6-69FF5A79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3840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04DB4-009D-46D6-80BA-D9DE2F5E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3840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2EB15-BA84-4334-A2E4-3D365412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3840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42D55-3E40-440B-B699-816A85E2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1790700" cy="20955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5EA0F-4C9A-4B75-B15D-FF44C70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22FB2-9095-4FC8-86ED-C0CDFB43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Paper-style calibration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505A6-1542-40AF-A6A6-264A4270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466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Opaque schemas</a:t>
            </a:r>
          </a:p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2/5 easy → 0/5 deep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DA23D-571C-49A7-BDF9-357DE0D6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76400"/>
            <a:ext cx="1790700" cy="20955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72291A-1A80-42B2-9048-ED14777C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47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E5BCC-4650-4731-B501-A9802714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Shared interface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D34F9-C319-4CE1-98B1-8FDE5CD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14650"/>
            <a:ext cx="1466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18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Visible variable names</a:t>
            </a:r>
          </a:p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explicit premature-call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EA5748-4BF6-4A32-A836-C145A681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76400"/>
            <a:ext cx="1790700" cy="20955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E4A34-9BC2-4CAA-B847-2696C12E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47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5159DD-46BB-4EF6-B4A5-36459C27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907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Frozen fixtures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F23D47-A679-47EA-A36A-FE86C199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14650"/>
            <a:ext cx="1466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5 seeds × 3 conditions</a:t>
            </a:r>
          </a:p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identical tasks per strategy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5BAEEC-6E70-4721-BEFF-BB59C9C1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1790700" cy="20955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FCC746-12D5-4740-88C6-CCDDEC41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47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FD646E-0434-4295-A476-B1A08A20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907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Five state strategies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176BE8-D23D-4461-B59B-D133822C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14650"/>
            <a:ext cx="1466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096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History • restatement • JSON</a:t>
            </a:r>
          </a:p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static prune • live prune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DF8F44-5156-4DFA-A0BE-271C4A55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676400"/>
            <a:ext cx="1790700" cy="20955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CCA985-0F34-4AB1-83D4-475752D0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847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05281-569D-4DEF-81CD-D5D2715C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1907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9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Exact evaluator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A92EFB-2021-4C0B-9EE1-A43B3698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914650"/>
            <a:ext cx="1466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 value within</a:t>
            </a:r>
          </a:p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2× minimum calls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975100-5F1F-4786-B20F-D0ABFD90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110871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83153"/>
          </a:solidFill>
          <a:ln xmlns:a="http://schemas.openxmlformats.org/drawingml/2006/main" w="9525">
            <a:solidFill>
              <a:srgbClr val="18315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49B1D9-C5BD-4C3F-8940-9685B892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75 paired executions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8A436E-DC9D-415F-AA9D-F4CA0F7C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D7FF"/>
                </a:solidFill>
                <a:latin typeface="Aptos"/>
                <a:ea typeface="Aptos"/>
                <a:cs typeface="Aptos"/>
              </a:rPr>
              <a:t>15 graphs × 5 strategies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7B2B6B-2AC2-42D6-9BCC-16B689CE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Fixed across strategies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1B364C-B5AA-41B3-BEEE-5B93995D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482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• prompts • graph • tool order • call budget • success rule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F71ACF-14AF-4238-8FB5-A514E876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86375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Live pruning is reported as a post hoc mechanism-driven follow-up.</a:t>
            </a:r>
          </a:p>
        </p:txBody>
      </p:sp>
    </p:spTree>
    <p:extLst>
      <p:ext uri="{BB962C8B-B14F-4D97-AF65-F5344CB8AC3E}">
        <p14:creationId xmlns:p14="http://schemas.microsoft.com/office/powerpoint/2010/main" val="18857652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D06B81-9B22-45B7-A781-75DCB5B6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53DB8-4A25-4D08-9A10-9C80CF57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Structured state wins—until compression becomes too aggressive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A2D21-2532-4B8A-805F-3DAFAB3F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12001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CFEFA-76A4-4C41-AAFA-37732809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67399-CD67-4584-8FF7-8820777A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6858000" cy="405765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34a85bdca492a"/>
          <a:stretch xmlns:a="http://schemas.openxmlformats.org/drawingml/2006/main"/>
        </p:blipFill>
        <p:spPr>
          <a:xfrm xmlns:a="http://schemas.openxmlformats.org/drawingml/2006/main">
            <a:off x="704850" y="1891288"/>
            <a:ext cx="6553200" cy="313257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40458-EC6A-4BDC-A8E4-8BC387F6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66850"/>
            <a:ext cx="4019550" cy="4057650"/>
          </a:xfrm>
          <a:prstGeom xmlns:a="http://schemas.openxmlformats.org/drawingml/2006/main" prst="roundRect">
            <a:avLst>
              <a:gd name="adj" fmla="val 28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AD7FE-FA96-4736-BB82-B3EEFABA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14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Compact-state trade-off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D6AFC-5C26-48E7-BE53-5566D034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57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Cumulative reminder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90FDB-9F90-456F-96E2-D2784895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336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19615-EBBC-4F47-B109-51A2CE24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5336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78C1DE-B305-4A38-80D1-4B971B79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57500"/>
            <a:ext cx="2571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EAECF0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A7D3D-D075-4906-8C29-7174B3C6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57500"/>
            <a:ext cx="2571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40C424-2414-473E-9F9C-76386C38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384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405 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BA6990-ACFC-4A2A-8670-6BF57DFE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718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Static prune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04E6F-B42A-4D91-90A5-3CF52E46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718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A56A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6AA1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527F1A-7936-4922-8650-DC01E0A4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95700"/>
            <a:ext cx="2571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EAECF0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F61BC3-C547-4E45-B7E9-F1F1C3ED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95700"/>
            <a:ext cx="2571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A56AA1"/>
          </a:solidFill>
          <a:ln xmlns:a="http://schemas.openxmlformats.org/drawingml/2006/main" w="9525">
            <a:solidFill>
              <a:srgbClr val="A56AA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BDB6A5-7992-4293-9542-2DF07A3A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6766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405 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D8B274-41FB-48B1-898C-4A36E68B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10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Live prune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8788E-9E39-433D-AF85-8EE65D79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100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E1179C-7F8F-4CD1-A2F5-8BD8C0F6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3900"/>
            <a:ext cx="2571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EAECF0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173F4-CC25-4EDD-8FA4-ED15FF40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3900"/>
            <a:ext cx="9969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541A15-6234-4F9E-9761-D714335F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5148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157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C71E4C-E225-498C-848A-DF01C58F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720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61.2% less state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5F75F-46AD-4959-9D3D-708E43F0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9720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but two connected failures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7BE144-EF86-4D44-AE17-71301A7C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53100"/>
            <a:ext cx="33909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23B543-8FB2-4F80-B36A-826C7596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JSON + static pruning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39F864-F5D0-4337-BE39-6F65E078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0552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15/15 exact success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E2A771-6ACD-4113-9121-23181DF4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753100"/>
            <a:ext cx="35242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47CEE6-C1C7-4D1E-AA63-CA1ABF79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6740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Connected distractors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09FCC3-27D3-4768-92F6-17B37D69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1055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full history falls to 3/5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A7EA46-5828-4406-B51F-ED24C5EC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753100"/>
            <a:ext cx="3867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3E8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342BE2-8A1D-4FC6-8E54-7B8648AB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6740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Live pruning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0DF828-0560-4787-B3BD-C9C31387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105525"/>
            <a:ext cx="3476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61.2% smaller • 13/15 success</a:t>
            </a:r>
          </a:p>
        </p:txBody>
      </p:sp>
    </p:spTree>
    <p:extLst>
      <p:ext uri="{BB962C8B-B14F-4D97-AF65-F5344CB8AC3E}">
        <p14:creationId xmlns:p14="http://schemas.microsoft.com/office/powerpoint/2010/main" val="8510442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3C3CFB-8517-4A30-80D9-8F095FB0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83898-AD21-4605-B656-929BD9A6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Smaller state is useful only when it preserves the right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EA682-E89B-4B70-BB25-1A9B4AD5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12001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22BD7-085D-4454-BB9F-180EC800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1F621-0F48-4D9C-B597-2AB454FF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683895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183153"/>
          </a:solidFill>
          <a:ln xmlns:a="http://schemas.openxmlformats.org/drawingml/2006/main" w="9525">
            <a:solidFill>
              <a:srgbClr val="1831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33D997-B8D4-4932-8453-C781B1E4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D77FE-B863-4259-BC45-38AB9B89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590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paper’s state-tracking problem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was reproduced and then reframed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 a state-representation experiment.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7917A-8A47-45AD-A60D-F9BE278F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5905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4E7E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4E7EC"/>
                </a:solidFill>
                <a:latin typeface="Aptos"/>
                <a:ea typeface="Aptos"/>
                <a:cs typeface="Aptos"/>
              </a:rPr>
              <a:t>Explicit structured state recovered failures. Repeating every value helped only slightly. Aggressive live pruning reduced context but weakened connected-task reliability.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932C6-088A-4FB9-9CAB-15F9D62B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39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FD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FD3FF"/>
                </a:solidFill>
                <a:latin typeface="Aptos"/>
                <a:ea typeface="Aptos"/>
                <a:cs typeface="Aptos"/>
              </a:rPr>
              <a:t>Conclusion: reliability depends on what state remains—not only how little state remains.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6FE69-DF1B-4378-943A-EA1DB3B9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6573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Submission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F339A-D97B-4960-9991-C855ECAC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71700"/>
            <a:ext cx="3810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AF441-0C80-429E-A7E4-B98DBB87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431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F59B2-08DB-485D-A1F7-E00636F1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6697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D7916-A001-478A-B9F5-1736C016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Reproducible repository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1D1C5-9222-4ACB-AB6D-ED5B0D53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479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runner • frozen fixtures • resume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CA21E-AB5E-4299-828E-0B950C91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76600"/>
            <a:ext cx="3810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18B08-6B15-425B-82CA-E1B185C1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48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6C2B97-A2F2-4794-B1E8-9F02DEC3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187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491C03-D1D1-4F0E-A2D7-73C914B8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290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Four-page 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F99862-2F79-4440-B880-52C336DA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28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method • results • limitations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20646-2DDD-4CCB-8A38-5E66037B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81500"/>
            <a:ext cx="3810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B199D-401D-41C0-9D19-44DFC81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52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D1E45B-A308-45AF-ACC7-3D5581C8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7677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45DA71-591D-414D-ADF8-E83F9112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5339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Three-minute video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27CC29-66CA-4D88-B107-DA932D2A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577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concept → execution → 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C72AA7-E3D8-4281-96A7-BBD5DEAA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57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2D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2D20"/>
                </a:solidFill>
                <a:latin typeface="Aptos"/>
                <a:ea typeface="Aptos"/>
                <a:cs typeface="Aptos"/>
              </a:rPr>
              <a:t>Replace [Your Name] in the report before submission.</a:t>
            </a:r>
          </a:p>
        </p:txBody>
      </p:sp>
    </p:spTree>
    <p:extLst>
      <p:ext uri="{BB962C8B-B14F-4D97-AF65-F5344CB8AC3E}">
        <p14:creationId xmlns:p14="http://schemas.microsoft.com/office/powerpoint/2010/main" val="4785852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2026-08-19T21:39:06.0610000Z</dcterms:created>
  <dcterms:modified xsi:type="dcterms:W3CDTF">2026-08-19T21:39:06.0610000Z</dcterms:modified>
</coreProperties>
</file>